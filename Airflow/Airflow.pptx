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70" r:id="rId5"/>
    <p:sldId id="261" r:id="rId6"/>
    <p:sldId id="259" r:id="rId7"/>
    <p:sldId id="258" r:id="rId8"/>
    <p:sldId id="260" r:id="rId9"/>
    <p:sldId id="262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63" r:id="rId19"/>
    <p:sldId id="264" r:id="rId20"/>
    <p:sldId id="265" r:id="rId21"/>
    <p:sldId id="266" r:id="rId22"/>
    <p:sldId id="267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4660"/>
  </p:normalViewPr>
  <p:slideViewPr>
    <p:cSldViewPr snapToGrid="0">
      <p:cViewPr>
        <p:scale>
          <a:sx n="79" d="100"/>
          <a:sy n="79" d="100"/>
        </p:scale>
        <p:origin x="1013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51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5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3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3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7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0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8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2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4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DFA26-9571-410F-837A-21A9D07408D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E3B0F-A240-4A9E-81E3-DC19FA778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3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3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246" y="946770"/>
            <a:ext cx="85580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Title</a:t>
            </a:r>
            <a:r>
              <a:rPr lang="en-US" sz="3200" dirty="0"/>
              <a:t>: Introduction to Apache Airflow</a:t>
            </a:r>
            <a:br>
              <a:rPr lang="en-US" sz="3200" dirty="0"/>
            </a:br>
            <a:r>
              <a:rPr lang="en-US" sz="3200" b="1" dirty="0"/>
              <a:t>Subtitle</a:t>
            </a:r>
            <a:r>
              <a:rPr lang="en-US" sz="3200" dirty="0"/>
              <a:t>: Workflow Orchestration Made Easy</a:t>
            </a:r>
            <a:br>
              <a:rPr lang="en-US" sz="3200" dirty="0"/>
            </a:br>
            <a:r>
              <a:rPr lang="en-US" sz="3200" b="1" dirty="0"/>
              <a:t>Instructor</a:t>
            </a:r>
            <a:r>
              <a:rPr lang="en-US" sz="3200" dirty="0"/>
              <a:t>: </a:t>
            </a:r>
            <a:r>
              <a:rPr lang="en-US" sz="3200" dirty="0" smtClean="0"/>
              <a:t>Dr. Muhammad </a:t>
            </a:r>
            <a:r>
              <a:rPr lang="en-US" sz="3200" dirty="0" err="1" smtClean="0"/>
              <a:t>Safyan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2675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-71926"/>
            <a:ext cx="8583223" cy="70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1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63149"/>
            <a:ext cx="11608526" cy="64683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771" y="1135273"/>
            <a:ext cx="7776756" cy="4334480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3678" y="1558860"/>
            <a:ext cx="387239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platform to programmatically author, schedule, and monitor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by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Airbnb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now part of the Apache Software Foundation.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Written in Python.</a:t>
            </a:r>
          </a:p>
        </p:txBody>
      </p:sp>
    </p:spTree>
    <p:extLst>
      <p:ext uri="{BB962C8B-B14F-4D97-AF65-F5344CB8AC3E}">
        <p14:creationId xmlns:p14="http://schemas.microsoft.com/office/powerpoint/2010/main" val="220287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05" y="256682"/>
            <a:ext cx="3772426" cy="480127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264458" y="820263"/>
            <a:ext cx="592021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complex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modular.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DAG (Directed Acyclic Graph)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retries, failure notifications, dependencies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686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909286"/>
            <a:ext cx="9431066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1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25" y="0"/>
            <a:ext cx="2667372" cy="73257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012" y="1444337"/>
            <a:ext cx="6192114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0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796"/>
          <a:stretch/>
        </p:blipFill>
        <p:spPr>
          <a:xfrm>
            <a:off x="0" y="1074197"/>
            <a:ext cx="12002610" cy="51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9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122"/>
            <a:ext cx="3267531" cy="62468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566" y="0"/>
            <a:ext cx="5896798" cy="7525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453" y="904834"/>
            <a:ext cx="6563641" cy="2562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526" y="4519916"/>
            <a:ext cx="3219899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3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90" y="845953"/>
            <a:ext cx="8688012" cy="28578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045" y="480334"/>
            <a:ext cx="2486372" cy="4286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766" y="3703852"/>
            <a:ext cx="2010056" cy="362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674" y="4065853"/>
            <a:ext cx="4667901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9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199" y="107472"/>
            <a:ext cx="2638793" cy="4286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293" y="218437"/>
            <a:ext cx="2600688" cy="25149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92" y="1104907"/>
            <a:ext cx="5753903" cy="25530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23" y="3657963"/>
            <a:ext cx="7478169" cy="26197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966" y="2805104"/>
            <a:ext cx="3168015" cy="242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3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0" y="257636"/>
            <a:ext cx="6306430" cy="26673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0" y="3097415"/>
            <a:ext cx="7906853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91" y="366336"/>
            <a:ext cx="9040487" cy="27340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81" y="3302473"/>
            <a:ext cx="8878539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8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22" y="1118401"/>
            <a:ext cx="9754961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3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38" y="585347"/>
            <a:ext cx="2419688" cy="3429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777" y="1499155"/>
            <a:ext cx="5087060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9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085" y="647714"/>
            <a:ext cx="2638793" cy="4667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088" y="1631284"/>
            <a:ext cx="3305636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9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421" y="418191"/>
            <a:ext cx="2391109" cy="4286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865" y="1131355"/>
            <a:ext cx="6201640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7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" y="942628"/>
            <a:ext cx="11745964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74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871180"/>
            <a:ext cx="1131727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81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956917"/>
            <a:ext cx="11422069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48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87" y="852128"/>
            <a:ext cx="10393225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9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435"/>
          <a:stretch/>
        </p:blipFill>
        <p:spPr>
          <a:xfrm>
            <a:off x="-601010" y="139337"/>
            <a:ext cx="12296621" cy="674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2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58" y="87482"/>
            <a:ext cx="11336070" cy="647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4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46" y="287149"/>
            <a:ext cx="11069362" cy="61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77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13" y="217713"/>
            <a:ext cx="9149336" cy="637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95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47" y="437427"/>
            <a:ext cx="10030299" cy="533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8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1" y="291736"/>
            <a:ext cx="10942456" cy="610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63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671127"/>
            <a:ext cx="10364646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29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64382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77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02" y="157637"/>
            <a:ext cx="9161418" cy="705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1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59</Words>
  <Application>Microsoft Office PowerPoint</Application>
  <PresentationFormat>Widescreen</PresentationFormat>
  <Paragraphs>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Dr.Sahib</dc:creator>
  <cp:lastModifiedBy>Dr.Sahib</cp:lastModifiedBy>
  <cp:revision>13</cp:revision>
  <dcterms:created xsi:type="dcterms:W3CDTF">2025-03-18T06:37:15Z</dcterms:created>
  <dcterms:modified xsi:type="dcterms:W3CDTF">2025-04-07T14:40:07Z</dcterms:modified>
</cp:coreProperties>
</file>