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3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0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5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9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05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0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4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84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54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066C9-04DA-4933-ACF5-0443EC7D049D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C6223-4579-4BC7-AFBD-47AF28A11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23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99" y="0"/>
            <a:ext cx="7716327" cy="34866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436" y="3131125"/>
            <a:ext cx="8097380" cy="393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0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552" y="0"/>
            <a:ext cx="7106642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1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53" y="1409418"/>
            <a:ext cx="5858693" cy="403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65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54" y="500070"/>
            <a:ext cx="7706801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74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0171" y="-1034086"/>
            <a:ext cx="17852341" cy="892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90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73066" y="-1129349"/>
            <a:ext cx="18138131" cy="911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07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8776" y="-691138"/>
            <a:ext cx="18109552" cy="824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208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4984" y="-71926"/>
            <a:ext cx="14641968" cy="70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9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4908" y="-391058"/>
            <a:ext cx="17661815" cy="764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72590" y="-491085"/>
            <a:ext cx="14537179" cy="78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2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4013" y="-1210323"/>
            <a:ext cx="18100026" cy="927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92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44" y="142416"/>
            <a:ext cx="11726912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23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1509444"/>
            <a:ext cx="11765017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5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3" y="1742839"/>
            <a:ext cx="12031754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65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1176023"/>
            <a:ext cx="11298227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0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633"/>
            <a:ext cx="11847640" cy="502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3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63063" y="-119558"/>
            <a:ext cx="14518126" cy="70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89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11145" y="-167190"/>
            <a:ext cx="18014289" cy="719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58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5117" y="-1134112"/>
            <a:ext cx="15642233" cy="912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53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0986" y="-786401"/>
            <a:ext cx="16813971" cy="843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275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9274" y="295564"/>
            <a:ext cx="559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Introduction to data bricks and data bricks notebook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70" y="748247"/>
            <a:ext cx="9688277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15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45" y="1152207"/>
            <a:ext cx="11794837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2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88" y="936487"/>
            <a:ext cx="10432930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24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3354" y="704470"/>
            <a:ext cx="16718708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359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685417"/>
            <a:ext cx="12136544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07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39724" y="1366549"/>
            <a:ext cx="18071447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5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-991217"/>
            <a:ext cx="11269648" cy="88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83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5432" y="1857155"/>
            <a:ext cx="14422863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61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1747603"/>
            <a:ext cx="9669224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764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0" y="357138"/>
            <a:ext cx="11288700" cy="27816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42" y="3063101"/>
            <a:ext cx="3048425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56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86" y="399627"/>
            <a:ext cx="11841227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9021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96" y="192909"/>
            <a:ext cx="5792008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36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19" y="1623760"/>
            <a:ext cx="9935962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73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9930" y="366285"/>
            <a:ext cx="12431860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80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0" y="418680"/>
            <a:ext cx="11526859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65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1" y="-891191"/>
            <a:ext cx="10412278" cy="864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31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0" y="-519664"/>
            <a:ext cx="7554379" cy="789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19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2275" y="-753059"/>
            <a:ext cx="15756549" cy="836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446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95342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9091"/>
          <a:stretch/>
        </p:blipFill>
        <p:spPr>
          <a:xfrm>
            <a:off x="576736" y="3629891"/>
            <a:ext cx="9745435" cy="297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800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156706"/>
            <a:ext cx="11688806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07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34908" y="-943585"/>
            <a:ext cx="17661815" cy="874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24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151942"/>
            <a:ext cx="11460174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537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1156970"/>
            <a:ext cx="7078063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494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34" y="170995"/>
            <a:ext cx="11517332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447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88" y="2633551"/>
            <a:ext cx="9669224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01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047" y="1028365"/>
            <a:ext cx="792590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032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03" y="613969"/>
            <a:ext cx="10345594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74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3431" y="371048"/>
            <a:ext cx="1369886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108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3958" y="-495848"/>
            <a:ext cx="14079915" cy="784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112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759" y="1266523"/>
            <a:ext cx="5782482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120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5720" y="513943"/>
            <a:ext cx="13003440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482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0" y="2647841"/>
            <a:ext cx="9059539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559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39644" y="1256997"/>
            <a:ext cx="1747128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0736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671127"/>
            <a:ext cx="1134585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377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" y="1795234"/>
            <a:ext cx="11450648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994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720" y="1104575"/>
            <a:ext cx="12279439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90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1402"/>
            <a:ext cx="11563927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049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9" y="891317"/>
            <a:ext cx="10695710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042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92" y="880707"/>
            <a:ext cx="10136015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200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6194" y="-219584"/>
            <a:ext cx="12984387" cy="729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350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2523998"/>
            <a:ext cx="9307224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40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1318918"/>
            <a:ext cx="8573696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822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1842866"/>
            <a:ext cx="10155067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18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441" y="1719024"/>
            <a:ext cx="8907118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800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14" y="90895"/>
            <a:ext cx="11307753" cy="4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206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461548"/>
            <a:ext cx="895475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708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237679"/>
            <a:ext cx="9431066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425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1361786"/>
            <a:ext cx="8030696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522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65" y="1976235"/>
            <a:ext cx="11241069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897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0" y="1780945"/>
            <a:ext cx="7373379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3913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46" y="1009312"/>
            <a:ext cx="12298491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056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490656"/>
            <a:ext cx="842127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222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50" y="1204602"/>
            <a:ext cx="10383699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5606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626" y="390101"/>
            <a:ext cx="7506748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055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556811"/>
            <a:ext cx="11460174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08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828312"/>
            <a:ext cx="11631648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379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2023866"/>
            <a:ext cx="9478698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9947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87" y="1804761"/>
            <a:ext cx="10574226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506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9" y="1061707"/>
            <a:ext cx="12012701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571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75785"/>
            <a:ext cx="10155067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789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371048"/>
            <a:ext cx="11698333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887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42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6951</TotalTime>
  <Words>8</Words>
  <Application>Microsoft Office PowerPoint</Application>
  <PresentationFormat>Widescreen</PresentationFormat>
  <Paragraphs>1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Dr.Sahib</dc:creator>
  <cp:lastModifiedBy>Dr.Sahib</cp:lastModifiedBy>
  <cp:revision>26</cp:revision>
  <dcterms:created xsi:type="dcterms:W3CDTF">2025-03-19T04:03:53Z</dcterms:created>
  <dcterms:modified xsi:type="dcterms:W3CDTF">2025-04-16T10:50:48Z</dcterms:modified>
</cp:coreProperties>
</file>