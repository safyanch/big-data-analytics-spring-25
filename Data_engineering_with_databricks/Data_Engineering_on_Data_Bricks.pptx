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38" r:id="rId73"/>
    <p:sldId id="339" r:id="rId74"/>
    <p:sldId id="340" r:id="rId75"/>
    <p:sldId id="341" r:id="rId76"/>
    <p:sldId id="342" r:id="rId77"/>
    <p:sldId id="343" r:id="rId78"/>
    <p:sldId id="344" r:id="rId79"/>
    <p:sldId id="327" r:id="rId80"/>
    <p:sldId id="328" r:id="rId81"/>
    <p:sldId id="329" r:id="rId82"/>
    <p:sldId id="330" r:id="rId83"/>
    <p:sldId id="331" r:id="rId84"/>
    <p:sldId id="332" r:id="rId85"/>
    <p:sldId id="345" r:id="rId86"/>
    <p:sldId id="333" r:id="rId87"/>
    <p:sldId id="334" r:id="rId88"/>
    <p:sldId id="335" r:id="rId89"/>
    <p:sldId id="336" r:id="rId90"/>
    <p:sldId id="337" r:id="rId91"/>
    <p:sldId id="346" r:id="rId92"/>
    <p:sldId id="347" r:id="rId9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066C9-04DA-4933-ACF5-0443EC7D049D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C6223-4579-4BC7-AFBD-47AF28A111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08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066C9-04DA-4933-ACF5-0443EC7D049D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C6223-4579-4BC7-AFBD-47AF28A111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838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066C9-04DA-4933-ACF5-0443EC7D049D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C6223-4579-4BC7-AFBD-47AF28A111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606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066C9-04DA-4933-ACF5-0443EC7D049D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C6223-4579-4BC7-AFBD-47AF28A111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00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066C9-04DA-4933-ACF5-0443EC7D049D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C6223-4579-4BC7-AFBD-47AF28A111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85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066C9-04DA-4933-ACF5-0443EC7D049D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C6223-4579-4BC7-AFBD-47AF28A111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792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066C9-04DA-4933-ACF5-0443EC7D049D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C6223-4579-4BC7-AFBD-47AF28A111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605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066C9-04DA-4933-ACF5-0443EC7D049D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C6223-4579-4BC7-AFBD-47AF28A111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4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066C9-04DA-4933-ACF5-0443EC7D049D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C6223-4579-4BC7-AFBD-47AF28A111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7425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066C9-04DA-4933-ACF5-0443EC7D049D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C6223-4579-4BC7-AFBD-47AF28A111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845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066C9-04DA-4933-ACF5-0443EC7D049D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FC6223-4579-4BC7-AFBD-47AF28A111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754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A066C9-04DA-4933-ACF5-0443EC7D049D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FC6223-4579-4BC7-AFBD-47AF28A111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5238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599" y="0"/>
            <a:ext cx="7716327" cy="3486637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1436" y="3131125"/>
            <a:ext cx="8097380" cy="3936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408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552" y="0"/>
            <a:ext cx="7106642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9183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653" y="1409418"/>
            <a:ext cx="5858693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1653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454" y="500070"/>
            <a:ext cx="7706801" cy="4010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174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30171" y="-1034086"/>
            <a:ext cx="17852341" cy="8926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901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73066" y="-1129349"/>
            <a:ext cx="18138131" cy="9116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077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58776" y="-691138"/>
            <a:ext cx="18109552" cy="824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208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24984" y="-71926"/>
            <a:ext cx="14641968" cy="700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4996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34908" y="-391058"/>
            <a:ext cx="17661815" cy="764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951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72590" y="-491085"/>
            <a:ext cx="14537179" cy="7840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620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54013" y="-1210323"/>
            <a:ext cx="18100026" cy="9278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892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44" y="142416"/>
            <a:ext cx="11726912" cy="6573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523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491" y="1509444"/>
            <a:ext cx="11765017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1502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23" y="1742839"/>
            <a:ext cx="12031754" cy="3372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265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886" y="1176023"/>
            <a:ext cx="11298227" cy="4505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804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3633"/>
            <a:ext cx="11847640" cy="5025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9372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63063" y="-119558"/>
            <a:ext cx="14518126" cy="7097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9891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11145" y="-167190"/>
            <a:ext cx="18014289" cy="7192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958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25117" y="-1134112"/>
            <a:ext cx="15642233" cy="912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538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310986" y="-786401"/>
            <a:ext cx="16813971" cy="8430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275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39274" y="295564"/>
            <a:ext cx="5597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Introduction to data bricks and data bricks notebook</a:t>
            </a:r>
            <a:endParaRPr lang="en-US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0" y="748247"/>
            <a:ext cx="9688277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6158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45" y="1152207"/>
            <a:ext cx="11794837" cy="455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6620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88" y="936487"/>
            <a:ext cx="10432930" cy="4334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2244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63354" y="704470"/>
            <a:ext cx="16718708" cy="544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3596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8" y="685417"/>
            <a:ext cx="12136544" cy="5487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2076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39724" y="1366549"/>
            <a:ext cx="18071447" cy="4124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652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76" y="-991217"/>
            <a:ext cx="11269648" cy="884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7836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15432" y="1857155"/>
            <a:ext cx="14422863" cy="3143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7614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388" y="1747603"/>
            <a:ext cx="9669224" cy="3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7643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850" y="357138"/>
            <a:ext cx="11288700" cy="2781688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842" y="3063101"/>
            <a:ext cx="3048425" cy="28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4566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86" y="399627"/>
            <a:ext cx="11841227" cy="6058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9021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96" y="192909"/>
            <a:ext cx="5792008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367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019" y="1623760"/>
            <a:ext cx="9935962" cy="361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6733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9930" y="366285"/>
            <a:ext cx="12431860" cy="6125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0800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570" y="418680"/>
            <a:ext cx="11526859" cy="60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4650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861" y="-891191"/>
            <a:ext cx="10412278" cy="8640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4319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810" y="-519664"/>
            <a:ext cx="7554379" cy="7897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7193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82275" y="-753059"/>
            <a:ext cx="15756549" cy="8364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4460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953427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t="29091"/>
          <a:stretch/>
        </p:blipFill>
        <p:spPr>
          <a:xfrm>
            <a:off x="576736" y="3629891"/>
            <a:ext cx="9745435" cy="2974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8800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97" y="156706"/>
            <a:ext cx="11688806" cy="654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072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34908" y="-943585"/>
            <a:ext cx="17661815" cy="874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6246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13" y="151942"/>
            <a:ext cx="11460174" cy="655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0537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968" y="1156970"/>
            <a:ext cx="7078063" cy="454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4945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34" y="170995"/>
            <a:ext cx="11517332" cy="651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447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388" y="2633551"/>
            <a:ext cx="9669224" cy="159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1019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047" y="1028365"/>
            <a:ext cx="7925906" cy="4801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1032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03" y="613969"/>
            <a:ext cx="10345594" cy="563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2742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53431" y="371048"/>
            <a:ext cx="13698862" cy="611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3108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43958" y="-495848"/>
            <a:ext cx="14079915" cy="784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8112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759" y="1266523"/>
            <a:ext cx="5782482" cy="432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1209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5720" y="513943"/>
            <a:ext cx="13003440" cy="583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2482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230" y="2647841"/>
            <a:ext cx="9059539" cy="1562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9559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39644" y="1256997"/>
            <a:ext cx="17471288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07367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71" y="671127"/>
            <a:ext cx="11345858" cy="5515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0377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76" y="1795234"/>
            <a:ext cx="11450648" cy="3267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6994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3720" y="1104575"/>
            <a:ext cx="12279439" cy="4648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19084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61402"/>
            <a:ext cx="11563927" cy="15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20493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109" y="891317"/>
            <a:ext cx="10695710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7042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992" y="880707"/>
            <a:ext cx="10136015" cy="509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4200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96194" y="-219584"/>
            <a:ext cx="12984387" cy="7297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13509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388" y="2523998"/>
            <a:ext cx="9307224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0400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52" y="1318918"/>
            <a:ext cx="8573696" cy="422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3822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1842866"/>
            <a:ext cx="10155067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3181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441" y="1719024"/>
            <a:ext cx="8907118" cy="3419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18007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214" y="90895"/>
            <a:ext cx="11307753" cy="4496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32065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625" y="461548"/>
            <a:ext cx="8954750" cy="5934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37087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467" y="237679"/>
            <a:ext cx="9431066" cy="6382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6425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652" y="1361786"/>
            <a:ext cx="8030696" cy="413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25228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65" y="1976235"/>
            <a:ext cx="11241069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78977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310" y="1780945"/>
            <a:ext cx="7373379" cy="329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39139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3246" y="1009312"/>
            <a:ext cx="12298491" cy="483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90561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257" y="323416"/>
            <a:ext cx="7773485" cy="6211167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657" y="475816"/>
            <a:ext cx="7773485" cy="6211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18505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39036" y="285311"/>
            <a:ext cx="12870071" cy="6287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53913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29509" y="118600"/>
            <a:ext cx="12851018" cy="6620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44353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6114" y="432969"/>
            <a:ext cx="12384228" cy="5992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2576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388" y="-167190"/>
            <a:ext cx="8583223" cy="7192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77290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49" y="56679"/>
            <a:ext cx="11831701" cy="6744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65538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308" y="256732"/>
            <a:ext cx="10269383" cy="6344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62219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362" y="2490656"/>
            <a:ext cx="8421275" cy="1876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0222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1204602"/>
            <a:ext cx="10383699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25606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626" y="390101"/>
            <a:ext cx="7506748" cy="60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0557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13" y="556811"/>
            <a:ext cx="11460174" cy="574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4088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76" y="856020"/>
            <a:ext cx="11631648" cy="5201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03794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6651" y="2023866"/>
            <a:ext cx="9478698" cy="281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99476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768464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87" y="1804761"/>
            <a:ext cx="10574226" cy="324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95061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49" y="1061707"/>
            <a:ext cx="12012701" cy="473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45710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75785"/>
            <a:ext cx="10155067" cy="630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17893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33" y="371048"/>
            <a:ext cx="11698333" cy="611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9887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627" y="2824078"/>
            <a:ext cx="5696745" cy="120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4285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0178" y="1709497"/>
            <a:ext cx="8011643" cy="3439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3790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653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9544</TotalTime>
  <Words>8</Words>
  <Application>Microsoft Office PowerPoint</Application>
  <PresentationFormat>Widescreen</PresentationFormat>
  <Paragraphs>1</Paragraphs>
  <Slides>92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Dr.Sahib</dc:creator>
  <cp:lastModifiedBy>Dr.Sahib</cp:lastModifiedBy>
  <cp:revision>31</cp:revision>
  <dcterms:created xsi:type="dcterms:W3CDTF">2025-03-19T04:03:53Z</dcterms:created>
  <dcterms:modified xsi:type="dcterms:W3CDTF">2025-04-22T11:26:15Z</dcterms:modified>
</cp:coreProperties>
</file>