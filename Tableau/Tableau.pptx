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4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8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0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23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7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85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4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1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3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3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13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2D776-B2A8-4A7A-94B2-70EB671AE76C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F8EF4-D0D4-429D-B9BA-85BB36865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6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61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4326" y="104311"/>
            <a:ext cx="13260651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599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56" y="-500611"/>
            <a:ext cx="9402487" cy="785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60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496" y="532996"/>
            <a:ext cx="5611008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56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609" y="373987"/>
            <a:ext cx="7897327" cy="610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100" y="723522"/>
            <a:ext cx="6439799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6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7115" y="-514901"/>
            <a:ext cx="12746229" cy="788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00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72695" y="-667322"/>
            <a:ext cx="15337390" cy="819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-476795"/>
            <a:ext cx="7354326" cy="78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012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11171" y="647312"/>
            <a:ext cx="18214342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85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388" y="990259"/>
            <a:ext cx="8945223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33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6" y="494890"/>
            <a:ext cx="9945488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22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153" y="285311"/>
            <a:ext cx="7125694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57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-1034086"/>
            <a:ext cx="10002646" cy="892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34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66"/>
            <a:ext cx="6020640" cy="57539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122" y="0"/>
            <a:ext cx="6048878" cy="587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02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3354" y="-1110296"/>
            <a:ext cx="16718708" cy="907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85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0014" y="9427"/>
            <a:ext cx="13450834" cy="674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32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117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Dr.Sahib</dc:creator>
  <cp:lastModifiedBy>Dr.Sahib</cp:lastModifiedBy>
  <cp:revision>9</cp:revision>
  <dcterms:created xsi:type="dcterms:W3CDTF">2025-03-24T05:38:00Z</dcterms:created>
  <dcterms:modified xsi:type="dcterms:W3CDTF">2025-04-23T05:24:37Z</dcterms:modified>
</cp:coreProperties>
</file>